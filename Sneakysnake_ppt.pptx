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Nunito"/>
      <p:regular r:id="rId14"/>
      <p:bold r:id="rId15"/>
      <p:italic r:id="rId16"/>
      <p:boldItalic r:id="rId17"/>
    </p:embeddedFont>
    <p:embeddedFont>
      <p:font typeface="Maven Pro"/>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Nunito-bold.fntdata"/><Relationship Id="rId14" Type="http://schemas.openxmlformats.org/officeDocument/2006/relationships/font" Target="fonts/Nunito-regular.fntdata"/><Relationship Id="rId17" Type="http://schemas.openxmlformats.org/officeDocument/2006/relationships/font" Target="fonts/Nunito-boldItalic.fntdata"/><Relationship Id="rId16" Type="http://schemas.openxmlformats.org/officeDocument/2006/relationships/font" Target="fonts/Nunito-italic.fntdata"/><Relationship Id="rId5" Type="http://schemas.openxmlformats.org/officeDocument/2006/relationships/slideMaster" Target="slideMasters/slideMaster2.xml"/><Relationship Id="rId19" Type="http://schemas.openxmlformats.org/officeDocument/2006/relationships/font" Target="fonts/MavenPro-bold.fntdata"/><Relationship Id="rId6" Type="http://schemas.openxmlformats.org/officeDocument/2006/relationships/notesMaster" Target="notesMasters/notesMaster1.xml"/><Relationship Id="rId18" Type="http://schemas.openxmlformats.org/officeDocument/2006/relationships/font" Target="fonts/MavenPr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ce1b6648f2_0_5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ce1b6648f2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ce1b6648f2_0_11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ce1b6648f2_0_1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e03d09f182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e03d09f18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e03d09f182_0_3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e03d09f182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e03d09f182_0_3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e03d09f182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e03d09f182_0_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e03d09f18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e03d09f182_0_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e03d09f18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54" name="Shape 54"/>
        <p:cNvGrpSpPr/>
        <p:nvPr/>
      </p:nvGrpSpPr>
      <p:grpSpPr>
        <a:xfrm>
          <a:off x="0" y="0"/>
          <a:ext cx="0" cy="0"/>
          <a:chOff x="0" y="0"/>
          <a:chExt cx="0" cy="0"/>
        </a:xfrm>
      </p:grpSpPr>
      <p:grpSp>
        <p:nvGrpSpPr>
          <p:cNvPr id="55" name="Google Shape;55;p14"/>
          <p:cNvGrpSpPr/>
          <p:nvPr/>
        </p:nvGrpSpPr>
        <p:grpSpPr>
          <a:xfrm>
            <a:off x="7343003" y="3409675"/>
            <a:ext cx="1691422" cy="1732548"/>
            <a:chOff x="7343003" y="3409675"/>
            <a:chExt cx="1691422" cy="1732548"/>
          </a:xfrm>
        </p:grpSpPr>
        <p:grpSp>
          <p:nvGrpSpPr>
            <p:cNvPr id="56" name="Google Shape;56;p14"/>
            <p:cNvGrpSpPr/>
            <p:nvPr/>
          </p:nvGrpSpPr>
          <p:grpSpPr>
            <a:xfrm>
              <a:off x="7343003" y="4453711"/>
              <a:ext cx="316800" cy="688513"/>
              <a:chOff x="7343003" y="4453711"/>
              <a:chExt cx="316800" cy="688513"/>
            </a:xfrm>
          </p:grpSpPr>
          <p:sp>
            <p:nvSpPr>
              <p:cNvPr id="57" name="Google Shape;57;p14"/>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 name="Google Shape;59;p14"/>
            <p:cNvGrpSpPr/>
            <p:nvPr/>
          </p:nvGrpSpPr>
          <p:grpSpPr>
            <a:xfrm>
              <a:off x="7801210" y="4105700"/>
              <a:ext cx="316800" cy="1036523"/>
              <a:chOff x="7801210" y="4105700"/>
              <a:chExt cx="316800" cy="1036523"/>
            </a:xfrm>
          </p:grpSpPr>
          <p:sp>
            <p:nvSpPr>
              <p:cNvPr id="60" name="Google Shape;60;p14"/>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 name="Google Shape;63;p14"/>
            <p:cNvGrpSpPr/>
            <p:nvPr/>
          </p:nvGrpSpPr>
          <p:grpSpPr>
            <a:xfrm>
              <a:off x="8259418" y="3757688"/>
              <a:ext cx="316800" cy="1384535"/>
              <a:chOff x="8259418" y="3757688"/>
              <a:chExt cx="316800" cy="1384535"/>
            </a:xfrm>
          </p:grpSpPr>
          <p:sp>
            <p:nvSpPr>
              <p:cNvPr id="64" name="Google Shape;64;p14"/>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 name="Google Shape;68;p14"/>
            <p:cNvGrpSpPr/>
            <p:nvPr/>
          </p:nvGrpSpPr>
          <p:grpSpPr>
            <a:xfrm>
              <a:off x="8717625" y="3409675"/>
              <a:ext cx="316800" cy="1732548"/>
              <a:chOff x="8717625" y="3409675"/>
              <a:chExt cx="316800" cy="1732548"/>
            </a:xfrm>
          </p:grpSpPr>
          <p:sp>
            <p:nvSpPr>
              <p:cNvPr id="69" name="Google Shape;69;p14"/>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 name="Google Shape;74;p14"/>
          <p:cNvGrpSpPr/>
          <p:nvPr/>
        </p:nvGrpSpPr>
        <p:grpSpPr>
          <a:xfrm>
            <a:off x="5043503" y="0"/>
            <a:ext cx="3814072" cy="3839102"/>
            <a:chOff x="5043503" y="0"/>
            <a:chExt cx="3814072" cy="3839102"/>
          </a:xfrm>
        </p:grpSpPr>
        <p:sp>
          <p:nvSpPr>
            <p:cNvPr id="75" name="Google Shape;75;p14"/>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 name="Google Shape;77;p14"/>
            <p:cNvGrpSpPr/>
            <p:nvPr/>
          </p:nvGrpSpPr>
          <p:grpSpPr>
            <a:xfrm>
              <a:off x="7647812" y="2704283"/>
              <a:ext cx="635219" cy="635219"/>
              <a:chOff x="6725724" y="2701260"/>
              <a:chExt cx="1208101" cy="1208100"/>
            </a:xfrm>
          </p:grpSpPr>
          <p:sp>
            <p:nvSpPr>
              <p:cNvPr id="78" name="Google Shape;78;p14"/>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4"/>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 name="Google Shape;82;p14"/>
            <p:cNvGrpSpPr/>
            <p:nvPr/>
          </p:nvGrpSpPr>
          <p:grpSpPr>
            <a:xfrm>
              <a:off x="7952720" y="179238"/>
              <a:ext cx="873165" cy="873003"/>
              <a:chOff x="7754428" y="208725"/>
              <a:chExt cx="541800" cy="541800"/>
            </a:xfrm>
          </p:grpSpPr>
          <p:sp>
            <p:nvSpPr>
              <p:cNvPr id="83" name="Google Shape;83;p14"/>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 name="Google Shape;85;p14"/>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2" name="Google Shape;92;p14"/>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93" name="Google Shape;93;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146769" y="3406"/>
            <a:ext cx="1233215" cy="1384535"/>
            <a:chOff x="146769" y="3406"/>
            <a:chExt cx="1233215" cy="1384535"/>
          </a:xfrm>
        </p:grpSpPr>
        <p:grpSp>
          <p:nvGrpSpPr>
            <p:cNvPr id="96" name="Google Shape;96;p15"/>
            <p:cNvGrpSpPr/>
            <p:nvPr/>
          </p:nvGrpSpPr>
          <p:grpSpPr>
            <a:xfrm>
              <a:off x="1063183" y="3406"/>
              <a:ext cx="316800" cy="688513"/>
              <a:chOff x="1063183" y="3406"/>
              <a:chExt cx="316800" cy="688513"/>
            </a:xfrm>
          </p:grpSpPr>
          <p:sp>
            <p:nvSpPr>
              <p:cNvPr id="97" name="Google Shape;97;p15"/>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 name="Google Shape;99;p15"/>
            <p:cNvGrpSpPr/>
            <p:nvPr/>
          </p:nvGrpSpPr>
          <p:grpSpPr>
            <a:xfrm>
              <a:off x="604976" y="3406"/>
              <a:ext cx="316800" cy="1036524"/>
              <a:chOff x="604976" y="3406"/>
              <a:chExt cx="316800" cy="1036524"/>
            </a:xfrm>
          </p:grpSpPr>
          <p:sp>
            <p:nvSpPr>
              <p:cNvPr id="100" name="Google Shape;100;p15"/>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15"/>
            <p:cNvGrpSpPr/>
            <p:nvPr/>
          </p:nvGrpSpPr>
          <p:grpSpPr>
            <a:xfrm>
              <a:off x="146769" y="3406"/>
              <a:ext cx="316800" cy="1384535"/>
              <a:chOff x="146769" y="3406"/>
              <a:chExt cx="316800" cy="1384535"/>
            </a:xfrm>
          </p:grpSpPr>
          <p:sp>
            <p:nvSpPr>
              <p:cNvPr id="104" name="Google Shape;104;p15"/>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8" name="Google Shape;108;p15"/>
          <p:cNvGrpSpPr/>
          <p:nvPr/>
        </p:nvGrpSpPr>
        <p:grpSpPr>
          <a:xfrm>
            <a:off x="6775084" y="2904008"/>
            <a:ext cx="2186148" cy="2239500"/>
            <a:chOff x="6775084" y="2904008"/>
            <a:chExt cx="2186148" cy="2239500"/>
          </a:xfrm>
        </p:grpSpPr>
        <p:grpSp>
          <p:nvGrpSpPr>
            <p:cNvPr id="109" name="Google Shape;109;p15"/>
            <p:cNvGrpSpPr/>
            <p:nvPr/>
          </p:nvGrpSpPr>
          <p:grpSpPr>
            <a:xfrm>
              <a:off x="6775084" y="4253708"/>
              <a:ext cx="409500" cy="889800"/>
              <a:chOff x="6775084" y="4253708"/>
              <a:chExt cx="409500" cy="889800"/>
            </a:xfrm>
          </p:grpSpPr>
          <p:sp>
            <p:nvSpPr>
              <p:cNvPr id="110" name="Google Shape;110;p15"/>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 name="Google Shape;112;p15"/>
            <p:cNvGrpSpPr/>
            <p:nvPr/>
          </p:nvGrpSpPr>
          <p:grpSpPr>
            <a:xfrm>
              <a:off x="7367299" y="3804008"/>
              <a:ext cx="409500" cy="1339500"/>
              <a:chOff x="7367299" y="3804008"/>
              <a:chExt cx="409500" cy="1339500"/>
            </a:xfrm>
          </p:grpSpPr>
          <p:sp>
            <p:nvSpPr>
              <p:cNvPr id="113" name="Google Shape;113;p15"/>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 name="Google Shape;116;p15"/>
            <p:cNvGrpSpPr/>
            <p:nvPr/>
          </p:nvGrpSpPr>
          <p:grpSpPr>
            <a:xfrm>
              <a:off x="7959516" y="3354008"/>
              <a:ext cx="409500" cy="1789500"/>
              <a:chOff x="7959516" y="3354008"/>
              <a:chExt cx="409500" cy="1789500"/>
            </a:xfrm>
          </p:grpSpPr>
          <p:sp>
            <p:nvSpPr>
              <p:cNvPr id="117" name="Google Shape;117;p15"/>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5"/>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 name="Google Shape;121;p15"/>
            <p:cNvGrpSpPr/>
            <p:nvPr/>
          </p:nvGrpSpPr>
          <p:grpSpPr>
            <a:xfrm>
              <a:off x="8551731" y="2904008"/>
              <a:ext cx="409500" cy="2239500"/>
              <a:chOff x="8551731" y="2904008"/>
              <a:chExt cx="409500" cy="2239500"/>
            </a:xfrm>
          </p:grpSpPr>
          <p:sp>
            <p:nvSpPr>
              <p:cNvPr id="122" name="Google Shape;122;p15"/>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7" name="Google Shape;127;p15"/>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8" name="Google Shape;128;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9" name="Shape 129"/>
        <p:cNvGrpSpPr/>
        <p:nvPr/>
      </p:nvGrpSpPr>
      <p:grpSpPr>
        <a:xfrm>
          <a:off x="0" y="0"/>
          <a:ext cx="0" cy="0"/>
          <a:chOff x="0" y="0"/>
          <a:chExt cx="0" cy="0"/>
        </a:xfrm>
      </p:grpSpPr>
      <p:grpSp>
        <p:nvGrpSpPr>
          <p:cNvPr id="130" name="Google Shape;130;p16"/>
          <p:cNvGrpSpPr/>
          <p:nvPr/>
        </p:nvGrpSpPr>
        <p:grpSpPr>
          <a:xfrm>
            <a:off x="625966" y="299376"/>
            <a:ext cx="999312" cy="999312"/>
            <a:chOff x="348199" y="179450"/>
            <a:chExt cx="1116300" cy="1116300"/>
          </a:xfrm>
        </p:grpSpPr>
        <p:sp>
          <p:nvSpPr>
            <p:cNvPr id="131" name="Google Shape;131;p1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4" name="Google Shape;134;p1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5" name="Google Shape;135;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6" name="Shape 136"/>
        <p:cNvGrpSpPr/>
        <p:nvPr/>
      </p:nvGrpSpPr>
      <p:grpSpPr>
        <a:xfrm>
          <a:off x="0" y="0"/>
          <a:ext cx="0" cy="0"/>
          <a:chOff x="0" y="0"/>
          <a:chExt cx="0" cy="0"/>
        </a:xfrm>
      </p:grpSpPr>
      <p:grpSp>
        <p:nvGrpSpPr>
          <p:cNvPr id="137" name="Google Shape;137;p17"/>
          <p:cNvGrpSpPr/>
          <p:nvPr/>
        </p:nvGrpSpPr>
        <p:grpSpPr>
          <a:xfrm>
            <a:off x="625966" y="299376"/>
            <a:ext cx="999312" cy="999312"/>
            <a:chOff x="348199" y="179450"/>
            <a:chExt cx="1116300" cy="1116300"/>
          </a:xfrm>
        </p:grpSpPr>
        <p:sp>
          <p:nvSpPr>
            <p:cNvPr id="138" name="Google Shape;138;p1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 name="Google Shape;141;p17"/>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2" name="Google Shape;142;p17"/>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3" name="Google Shape;143;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4" name="Shape 144"/>
        <p:cNvGrpSpPr/>
        <p:nvPr/>
      </p:nvGrpSpPr>
      <p:grpSpPr>
        <a:xfrm>
          <a:off x="0" y="0"/>
          <a:ext cx="0" cy="0"/>
          <a:chOff x="0" y="0"/>
          <a:chExt cx="0" cy="0"/>
        </a:xfrm>
      </p:grpSpPr>
      <p:grpSp>
        <p:nvGrpSpPr>
          <p:cNvPr id="145" name="Google Shape;145;p18"/>
          <p:cNvGrpSpPr/>
          <p:nvPr/>
        </p:nvGrpSpPr>
        <p:grpSpPr>
          <a:xfrm>
            <a:off x="625966" y="299376"/>
            <a:ext cx="999312" cy="999312"/>
            <a:chOff x="348199" y="179450"/>
            <a:chExt cx="1116300" cy="1116300"/>
          </a:xfrm>
        </p:grpSpPr>
        <p:sp>
          <p:nvSpPr>
            <p:cNvPr id="146" name="Google Shape;146;p18"/>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9" name="Google Shape;149;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0" name="Shape 150"/>
        <p:cNvGrpSpPr/>
        <p:nvPr/>
      </p:nvGrpSpPr>
      <p:grpSpPr>
        <a:xfrm>
          <a:off x="0" y="0"/>
          <a:ext cx="0" cy="0"/>
          <a:chOff x="0" y="0"/>
          <a:chExt cx="0" cy="0"/>
        </a:xfrm>
      </p:grpSpPr>
      <p:grpSp>
        <p:nvGrpSpPr>
          <p:cNvPr id="151" name="Google Shape;151;p19"/>
          <p:cNvGrpSpPr/>
          <p:nvPr/>
        </p:nvGrpSpPr>
        <p:grpSpPr>
          <a:xfrm>
            <a:off x="625966" y="299376"/>
            <a:ext cx="999312" cy="999312"/>
            <a:chOff x="348199" y="179450"/>
            <a:chExt cx="1116300" cy="1116300"/>
          </a:xfrm>
        </p:grpSpPr>
        <p:sp>
          <p:nvSpPr>
            <p:cNvPr id="152" name="Google Shape;152;p1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19"/>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5" name="Google Shape;155;p19"/>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56" name="Google Shape;156;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57" name="Shape 157"/>
        <p:cNvGrpSpPr/>
        <p:nvPr/>
      </p:nvGrpSpPr>
      <p:grpSpPr>
        <a:xfrm>
          <a:off x="0" y="0"/>
          <a:ext cx="0" cy="0"/>
          <a:chOff x="0" y="0"/>
          <a:chExt cx="0" cy="0"/>
        </a:xfrm>
      </p:grpSpPr>
      <p:grpSp>
        <p:nvGrpSpPr>
          <p:cNvPr id="158" name="Google Shape;158;p20"/>
          <p:cNvGrpSpPr/>
          <p:nvPr/>
        </p:nvGrpSpPr>
        <p:grpSpPr>
          <a:xfrm>
            <a:off x="6866714" y="1306"/>
            <a:ext cx="2267451" cy="2601690"/>
            <a:chOff x="6790514" y="1306"/>
            <a:chExt cx="2267451" cy="2601690"/>
          </a:xfrm>
        </p:grpSpPr>
        <p:grpSp>
          <p:nvGrpSpPr>
            <p:cNvPr id="159" name="Google Shape;159;p20"/>
            <p:cNvGrpSpPr/>
            <p:nvPr/>
          </p:nvGrpSpPr>
          <p:grpSpPr>
            <a:xfrm>
              <a:off x="7067465" y="1306"/>
              <a:ext cx="1990500" cy="1990200"/>
              <a:chOff x="7067465" y="1306"/>
              <a:chExt cx="1990500" cy="1990200"/>
            </a:xfrm>
          </p:grpSpPr>
          <p:sp>
            <p:nvSpPr>
              <p:cNvPr id="160" name="Google Shape;160;p20"/>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0"/>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0"/>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20"/>
            <p:cNvGrpSpPr/>
            <p:nvPr/>
          </p:nvGrpSpPr>
          <p:grpSpPr>
            <a:xfrm>
              <a:off x="8207126" y="1807996"/>
              <a:ext cx="795000" cy="795000"/>
              <a:chOff x="8207126" y="1807996"/>
              <a:chExt cx="795000" cy="795000"/>
            </a:xfrm>
          </p:grpSpPr>
          <p:sp>
            <p:nvSpPr>
              <p:cNvPr id="164" name="Google Shape;164;p20"/>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0"/>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0"/>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 name="Google Shape;167;p20"/>
            <p:cNvGrpSpPr/>
            <p:nvPr/>
          </p:nvGrpSpPr>
          <p:grpSpPr>
            <a:xfrm>
              <a:off x="6790514" y="118857"/>
              <a:ext cx="548700" cy="548700"/>
              <a:chOff x="6790514" y="118857"/>
              <a:chExt cx="548700" cy="548700"/>
            </a:xfrm>
          </p:grpSpPr>
          <p:sp>
            <p:nvSpPr>
              <p:cNvPr id="168" name="Google Shape;168;p20"/>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0" name="Google Shape;170;p20"/>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1" name="Google Shape;171;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2" name="Shape 172"/>
        <p:cNvGrpSpPr/>
        <p:nvPr/>
      </p:nvGrpSpPr>
      <p:grpSpPr>
        <a:xfrm>
          <a:off x="0" y="0"/>
          <a:ext cx="0" cy="0"/>
          <a:chOff x="0" y="0"/>
          <a:chExt cx="0" cy="0"/>
        </a:xfrm>
      </p:grpSpPr>
      <p:grpSp>
        <p:nvGrpSpPr>
          <p:cNvPr id="173" name="Google Shape;173;p21"/>
          <p:cNvGrpSpPr/>
          <p:nvPr/>
        </p:nvGrpSpPr>
        <p:grpSpPr>
          <a:xfrm>
            <a:off x="625966" y="299376"/>
            <a:ext cx="999312" cy="999312"/>
            <a:chOff x="348199" y="179450"/>
            <a:chExt cx="1116300" cy="1116300"/>
          </a:xfrm>
        </p:grpSpPr>
        <p:sp>
          <p:nvSpPr>
            <p:cNvPr id="174" name="Google Shape;174;p21"/>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1"/>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 name="Google Shape;176;p21"/>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 name="Google Shape;177;p21"/>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78" name="Google Shape;178;p21"/>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79" name="Google Shape;179;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0" name="Shape 180"/>
        <p:cNvGrpSpPr/>
        <p:nvPr/>
      </p:nvGrpSpPr>
      <p:grpSpPr>
        <a:xfrm>
          <a:off x="0" y="0"/>
          <a:ext cx="0" cy="0"/>
          <a:chOff x="0" y="0"/>
          <a:chExt cx="0" cy="0"/>
        </a:xfrm>
      </p:grpSpPr>
      <p:grpSp>
        <p:nvGrpSpPr>
          <p:cNvPr id="181" name="Google Shape;181;p22"/>
          <p:cNvGrpSpPr/>
          <p:nvPr/>
        </p:nvGrpSpPr>
        <p:grpSpPr>
          <a:xfrm>
            <a:off x="713373" y="3847119"/>
            <a:ext cx="825392" cy="825392"/>
            <a:chOff x="348199" y="179450"/>
            <a:chExt cx="1116300" cy="1116300"/>
          </a:xfrm>
        </p:grpSpPr>
        <p:sp>
          <p:nvSpPr>
            <p:cNvPr id="182" name="Google Shape;182;p22"/>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2"/>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 name="Google Shape;184;p22"/>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85" name="Google Shape;185;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86" name="Shape 186"/>
        <p:cNvGrpSpPr/>
        <p:nvPr/>
      </p:nvGrpSpPr>
      <p:grpSpPr>
        <a:xfrm>
          <a:off x="0" y="0"/>
          <a:ext cx="0" cy="0"/>
          <a:chOff x="0" y="0"/>
          <a:chExt cx="0" cy="0"/>
        </a:xfrm>
      </p:grpSpPr>
      <p:grpSp>
        <p:nvGrpSpPr>
          <p:cNvPr id="187" name="Google Shape;187;p23"/>
          <p:cNvGrpSpPr/>
          <p:nvPr/>
        </p:nvGrpSpPr>
        <p:grpSpPr>
          <a:xfrm>
            <a:off x="52" y="4099200"/>
            <a:ext cx="9144036" cy="1044300"/>
            <a:chOff x="52" y="4099200"/>
            <a:chExt cx="9144036" cy="1044300"/>
          </a:xfrm>
        </p:grpSpPr>
        <p:grpSp>
          <p:nvGrpSpPr>
            <p:cNvPr id="188" name="Google Shape;188;p23"/>
            <p:cNvGrpSpPr/>
            <p:nvPr/>
          </p:nvGrpSpPr>
          <p:grpSpPr>
            <a:xfrm>
              <a:off x="52" y="4309200"/>
              <a:ext cx="231622" cy="834300"/>
              <a:chOff x="2688737" y="4301380"/>
              <a:chExt cx="231900" cy="834300"/>
            </a:xfrm>
          </p:grpSpPr>
          <p:sp>
            <p:nvSpPr>
              <p:cNvPr id="189" name="Google Shape;189;p23"/>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3"/>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3"/>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3"/>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 name="Google Shape;193;p23"/>
            <p:cNvGrpSpPr/>
            <p:nvPr/>
          </p:nvGrpSpPr>
          <p:grpSpPr>
            <a:xfrm>
              <a:off x="371406" y="4099200"/>
              <a:ext cx="231622" cy="1044300"/>
              <a:chOff x="2688737" y="4091380"/>
              <a:chExt cx="231900" cy="1044300"/>
            </a:xfrm>
          </p:grpSpPr>
          <p:sp>
            <p:nvSpPr>
              <p:cNvPr id="194" name="Google Shape;194;p23"/>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3"/>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3"/>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3"/>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23"/>
            <p:cNvGrpSpPr/>
            <p:nvPr/>
          </p:nvGrpSpPr>
          <p:grpSpPr>
            <a:xfrm>
              <a:off x="742761" y="4309200"/>
              <a:ext cx="231622" cy="834300"/>
              <a:chOff x="2688737" y="4301380"/>
              <a:chExt cx="231900" cy="834300"/>
            </a:xfrm>
          </p:grpSpPr>
          <p:sp>
            <p:nvSpPr>
              <p:cNvPr id="200" name="Google Shape;200;p23"/>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3"/>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3"/>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 name="Google Shape;204;p23"/>
            <p:cNvGrpSpPr/>
            <p:nvPr/>
          </p:nvGrpSpPr>
          <p:grpSpPr>
            <a:xfrm>
              <a:off x="1114115" y="4518900"/>
              <a:ext cx="231622" cy="624600"/>
              <a:chOff x="2688737" y="4511080"/>
              <a:chExt cx="231900" cy="624600"/>
            </a:xfrm>
          </p:grpSpPr>
          <p:sp>
            <p:nvSpPr>
              <p:cNvPr id="205" name="Google Shape;205;p23"/>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3"/>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23"/>
            <p:cNvGrpSpPr/>
            <p:nvPr/>
          </p:nvGrpSpPr>
          <p:grpSpPr>
            <a:xfrm>
              <a:off x="1856753" y="4099200"/>
              <a:ext cx="231600" cy="1044300"/>
              <a:chOff x="1856753" y="4099200"/>
              <a:chExt cx="231600" cy="1044300"/>
            </a:xfrm>
          </p:grpSpPr>
          <p:sp>
            <p:nvSpPr>
              <p:cNvPr id="209" name="Google Shape;209;p23"/>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3"/>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3"/>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3"/>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23"/>
            <p:cNvGrpSpPr/>
            <p:nvPr/>
          </p:nvGrpSpPr>
          <p:grpSpPr>
            <a:xfrm>
              <a:off x="2228107" y="4309200"/>
              <a:ext cx="231600" cy="834300"/>
              <a:chOff x="2228107" y="4309200"/>
              <a:chExt cx="231600" cy="834300"/>
            </a:xfrm>
          </p:grpSpPr>
          <p:sp>
            <p:nvSpPr>
              <p:cNvPr id="215" name="Google Shape;215;p23"/>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3"/>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3"/>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23"/>
            <p:cNvGrpSpPr/>
            <p:nvPr/>
          </p:nvGrpSpPr>
          <p:grpSpPr>
            <a:xfrm>
              <a:off x="2599462" y="4518900"/>
              <a:ext cx="231600" cy="624600"/>
              <a:chOff x="2599462" y="4518900"/>
              <a:chExt cx="231600" cy="624600"/>
            </a:xfrm>
          </p:grpSpPr>
          <p:sp>
            <p:nvSpPr>
              <p:cNvPr id="220" name="Google Shape;220;p23"/>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3"/>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3"/>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23"/>
            <p:cNvGrpSpPr/>
            <p:nvPr/>
          </p:nvGrpSpPr>
          <p:grpSpPr>
            <a:xfrm>
              <a:off x="3342171" y="4099200"/>
              <a:ext cx="231600" cy="1044300"/>
              <a:chOff x="3342171" y="4099200"/>
              <a:chExt cx="231600" cy="1044300"/>
            </a:xfrm>
          </p:grpSpPr>
          <p:sp>
            <p:nvSpPr>
              <p:cNvPr id="224" name="Google Shape;224;p23"/>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3"/>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 name="Google Shape;229;p23"/>
            <p:cNvGrpSpPr/>
            <p:nvPr/>
          </p:nvGrpSpPr>
          <p:grpSpPr>
            <a:xfrm>
              <a:off x="3713525" y="4309200"/>
              <a:ext cx="231600" cy="834300"/>
              <a:chOff x="3713525" y="4309200"/>
              <a:chExt cx="231600" cy="834300"/>
            </a:xfrm>
          </p:grpSpPr>
          <p:sp>
            <p:nvSpPr>
              <p:cNvPr id="230" name="Google Shape;230;p23"/>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3"/>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3"/>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3"/>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23"/>
            <p:cNvGrpSpPr/>
            <p:nvPr/>
          </p:nvGrpSpPr>
          <p:grpSpPr>
            <a:xfrm>
              <a:off x="1485398" y="4309200"/>
              <a:ext cx="231600" cy="834300"/>
              <a:chOff x="1485398" y="4309200"/>
              <a:chExt cx="231600" cy="834300"/>
            </a:xfrm>
          </p:grpSpPr>
          <p:sp>
            <p:nvSpPr>
              <p:cNvPr id="235" name="Google Shape;235;p23"/>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3"/>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3"/>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3"/>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23"/>
            <p:cNvGrpSpPr/>
            <p:nvPr/>
          </p:nvGrpSpPr>
          <p:grpSpPr>
            <a:xfrm>
              <a:off x="4084879" y="4518900"/>
              <a:ext cx="231600" cy="624600"/>
              <a:chOff x="4084879" y="4518900"/>
              <a:chExt cx="231600" cy="624600"/>
            </a:xfrm>
          </p:grpSpPr>
          <p:sp>
            <p:nvSpPr>
              <p:cNvPr id="240" name="Google Shape;240;p23"/>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3"/>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3"/>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23"/>
            <p:cNvGrpSpPr/>
            <p:nvPr/>
          </p:nvGrpSpPr>
          <p:grpSpPr>
            <a:xfrm>
              <a:off x="2970816" y="4309200"/>
              <a:ext cx="231600" cy="834300"/>
              <a:chOff x="2970816" y="4309200"/>
              <a:chExt cx="231600" cy="834300"/>
            </a:xfrm>
          </p:grpSpPr>
          <p:sp>
            <p:nvSpPr>
              <p:cNvPr id="244" name="Google Shape;244;p23"/>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3"/>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3"/>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3"/>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 name="Google Shape;248;p23"/>
            <p:cNvGrpSpPr/>
            <p:nvPr/>
          </p:nvGrpSpPr>
          <p:grpSpPr>
            <a:xfrm>
              <a:off x="4456234" y="4309200"/>
              <a:ext cx="231600" cy="834300"/>
              <a:chOff x="4456234" y="4309200"/>
              <a:chExt cx="231600" cy="834300"/>
            </a:xfrm>
          </p:grpSpPr>
          <p:sp>
            <p:nvSpPr>
              <p:cNvPr id="249" name="Google Shape;249;p23"/>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3"/>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3"/>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3"/>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 name="Google Shape;253;p23"/>
            <p:cNvGrpSpPr/>
            <p:nvPr/>
          </p:nvGrpSpPr>
          <p:grpSpPr>
            <a:xfrm>
              <a:off x="4827588" y="4099200"/>
              <a:ext cx="231600" cy="1044300"/>
              <a:chOff x="4827588" y="4099200"/>
              <a:chExt cx="231600" cy="1044300"/>
            </a:xfrm>
          </p:grpSpPr>
          <p:sp>
            <p:nvSpPr>
              <p:cNvPr id="254" name="Google Shape;254;p23"/>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3"/>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3"/>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3"/>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23"/>
            <p:cNvGrpSpPr/>
            <p:nvPr/>
          </p:nvGrpSpPr>
          <p:grpSpPr>
            <a:xfrm>
              <a:off x="5198943" y="4309200"/>
              <a:ext cx="231600" cy="834300"/>
              <a:chOff x="5198943" y="4309200"/>
              <a:chExt cx="231600" cy="834300"/>
            </a:xfrm>
          </p:grpSpPr>
          <p:sp>
            <p:nvSpPr>
              <p:cNvPr id="260" name="Google Shape;260;p23"/>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3"/>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3"/>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23"/>
            <p:cNvGrpSpPr/>
            <p:nvPr/>
          </p:nvGrpSpPr>
          <p:grpSpPr>
            <a:xfrm>
              <a:off x="5570297" y="4518900"/>
              <a:ext cx="231600" cy="624600"/>
              <a:chOff x="5570297" y="4518900"/>
              <a:chExt cx="231600" cy="624600"/>
            </a:xfrm>
          </p:grpSpPr>
          <p:sp>
            <p:nvSpPr>
              <p:cNvPr id="265" name="Google Shape;265;p23"/>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3"/>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3"/>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 name="Google Shape;268;p23"/>
            <p:cNvGrpSpPr/>
            <p:nvPr/>
          </p:nvGrpSpPr>
          <p:grpSpPr>
            <a:xfrm>
              <a:off x="5941652" y="4309200"/>
              <a:ext cx="231600" cy="834300"/>
              <a:chOff x="5941652" y="4309200"/>
              <a:chExt cx="231600" cy="834300"/>
            </a:xfrm>
          </p:grpSpPr>
          <p:sp>
            <p:nvSpPr>
              <p:cNvPr id="269" name="Google Shape;269;p23"/>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3"/>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3"/>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3"/>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 name="Google Shape;273;p23"/>
            <p:cNvGrpSpPr/>
            <p:nvPr/>
          </p:nvGrpSpPr>
          <p:grpSpPr>
            <a:xfrm>
              <a:off x="6313006" y="4099200"/>
              <a:ext cx="231600" cy="1044300"/>
              <a:chOff x="6313006" y="4099200"/>
              <a:chExt cx="231600" cy="1044300"/>
            </a:xfrm>
          </p:grpSpPr>
          <p:sp>
            <p:nvSpPr>
              <p:cNvPr id="274" name="Google Shape;274;p23"/>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3"/>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3"/>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3"/>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3"/>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23"/>
            <p:cNvGrpSpPr/>
            <p:nvPr/>
          </p:nvGrpSpPr>
          <p:grpSpPr>
            <a:xfrm>
              <a:off x="6684361" y="4309200"/>
              <a:ext cx="231600" cy="834300"/>
              <a:chOff x="6684361" y="4309200"/>
              <a:chExt cx="231600" cy="834300"/>
            </a:xfrm>
          </p:grpSpPr>
          <p:sp>
            <p:nvSpPr>
              <p:cNvPr id="280" name="Google Shape;280;p23"/>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3"/>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3"/>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 name="Google Shape;284;p23"/>
            <p:cNvGrpSpPr/>
            <p:nvPr/>
          </p:nvGrpSpPr>
          <p:grpSpPr>
            <a:xfrm>
              <a:off x="7055715" y="4518900"/>
              <a:ext cx="231600" cy="624600"/>
              <a:chOff x="7055715" y="4518900"/>
              <a:chExt cx="231600" cy="624600"/>
            </a:xfrm>
          </p:grpSpPr>
          <p:sp>
            <p:nvSpPr>
              <p:cNvPr id="285" name="Google Shape;285;p23"/>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 name="Google Shape;288;p23"/>
            <p:cNvGrpSpPr/>
            <p:nvPr/>
          </p:nvGrpSpPr>
          <p:grpSpPr>
            <a:xfrm>
              <a:off x="7798424" y="4099200"/>
              <a:ext cx="231600" cy="1044300"/>
              <a:chOff x="7798424" y="4099200"/>
              <a:chExt cx="231600" cy="1044300"/>
            </a:xfrm>
          </p:grpSpPr>
          <p:sp>
            <p:nvSpPr>
              <p:cNvPr id="289" name="Google Shape;289;p23"/>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3"/>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3"/>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3"/>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 name="Google Shape;294;p23"/>
            <p:cNvGrpSpPr/>
            <p:nvPr/>
          </p:nvGrpSpPr>
          <p:grpSpPr>
            <a:xfrm>
              <a:off x="8169779" y="4309200"/>
              <a:ext cx="231600" cy="834300"/>
              <a:chOff x="8169779" y="4309200"/>
              <a:chExt cx="231600" cy="834300"/>
            </a:xfrm>
          </p:grpSpPr>
          <p:sp>
            <p:nvSpPr>
              <p:cNvPr id="295" name="Google Shape;295;p23"/>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3"/>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3"/>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3"/>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23"/>
            <p:cNvGrpSpPr/>
            <p:nvPr/>
          </p:nvGrpSpPr>
          <p:grpSpPr>
            <a:xfrm>
              <a:off x="7427070" y="4309200"/>
              <a:ext cx="231600" cy="834300"/>
              <a:chOff x="7427070" y="4309200"/>
              <a:chExt cx="231600" cy="834300"/>
            </a:xfrm>
          </p:grpSpPr>
          <p:sp>
            <p:nvSpPr>
              <p:cNvPr id="300" name="Google Shape;300;p23"/>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3"/>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3"/>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3"/>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 name="Google Shape;304;p23"/>
            <p:cNvGrpSpPr/>
            <p:nvPr/>
          </p:nvGrpSpPr>
          <p:grpSpPr>
            <a:xfrm>
              <a:off x="8541133" y="4518900"/>
              <a:ext cx="231600" cy="624600"/>
              <a:chOff x="8541133" y="4518900"/>
              <a:chExt cx="231600" cy="624600"/>
            </a:xfrm>
          </p:grpSpPr>
          <p:sp>
            <p:nvSpPr>
              <p:cNvPr id="305" name="Google Shape;305;p23"/>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3"/>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3"/>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 name="Google Shape;308;p23"/>
            <p:cNvGrpSpPr/>
            <p:nvPr/>
          </p:nvGrpSpPr>
          <p:grpSpPr>
            <a:xfrm>
              <a:off x="8912488" y="4309200"/>
              <a:ext cx="231600" cy="834300"/>
              <a:chOff x="8912488" y="4309200"/>
              <a:chExt cx="231600" cy="834300"/>
            </a:xfrm>
          </p:grpSpPr>
          <p:sp>
            <p:nvSpPr>
              <p:cNvPr id="309" name="Google Shape;309;p23"/>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3"/>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3"/>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3"/>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3" name="Google Shape;313;p23"/>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314" name="Google Shape;314;p23"/>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315" name="Google Shape;315;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6" name="Shape 316"/>
        <p:cNvGrpSpPr/>
        <p:nvPr/>
      </p:nvGrpSpPr>
      <p:grpSpPr>
        <a:xfrm>
          <a:off x="0" y="0"/>
          <a:ext cx="0" cy="0"/>
          <a:chOff x="0" y="0"/>
          <a:chExt cx="0" cy="0"/>
        </a:xfrm>
      </p:grpSpPr>
      <p:sp>
        <p:nvSpPr>
          <p:cNvPr id="317" name="Google Shape;317;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53" name="Google Shape;53;p13"/>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321" name="Shape 321"/>
        <p:cNvGrpSpPr/>
        <p:nvPr/>
      </p:nvGrpSpPr>
      <p:grpSpPr>
        <a:xfrm>
          <a:off x="0" y="0"/>
          <a:ext cx="0" cy="0"/>
          <a:chOff x="0" y="0"/>
          <a:chExt cx="0" cy="0"/>
        </a:xfrm>
      </p:grpSpPr>
      <p:sp>
        <p:nvSpPr>
          <p:cNvPr id="322" name="Google Shape;322;p25"/>
          <p:cNvSpPr txBox="1"/>
          <p:nvPr>
            <p:ph type="ctrTitle"/>
          </p:nvPr>
        </p:nvSpPr>
        <p:spPr>
          <a:xfrm>
            <a:off x="171050" y="829500"/>
            <a:ext cx="5857200" cy="348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sz="2500">
                <a:solidFill>
                  <a:srgbClr val="212529"/>
                </a:solidFill>
                <a:latin typeface="Georgia"/>
                <a:ea typeface="Georgia"/>
                <a:cs typeface="Georgia"/>
                <a:sym typeface="Georgia"/>
              </a:rPr>
              <a:t>VLS 731</a:t>
            </a:r>
            <a:r>
              <a:rPr b="1" lang="en-GB" sz="2500">
                <a:solidFill>
                  <a:srgbClr val="212529"/>
                </a:solidFill>
                <a:latin typeface="Georgia"/>
                <a:ea typeface="Georgia"/>
                <a:cs typeface="Georgia"/>
                <a:sym typeface="Georgia"/>
              </a:rPr>
              <a:t> </a:t>
            </a:r>
            <a:endParaRPr b="1" sz="2500">
              <a:solidFill>
                <a:srgbClr val="212529"/>
              </a:solidFill>
              <a:latin typeface="Georgia"/>
              <a:ea typeface="Georgia"/>
              <a:cs typeface="Georgia"/>
              <a:sym typeface="Georgia"/>
            </a:endParaRPr>
          </a:p>
          <a:p>
            <a:pPr indent="0" lvl="0" marL="0" rtl="0" algn="ctr">
              <a:spcBef>
                <a:spcPts val="0"/>
              </a:spcBef>
              <a:spcAft>
                <a:spcPts val="0"/>
              </a:spcAft>
              <a:buNone/>
            </a:pPr>
            <a:r>
              <a:rPr lang="en-GB" sz="2500">
                <a:solidFill>
                  <a:srgbClr val="212529"/>
                </a:solidFill>
                <a:latin typeface="Georgia"/>
                <a:ea typeface="Georgia"/>
                <a:cs typeface="Georgia"/>
                <a:sym typeface="Georgia"/>
              </a:rPr>
              <a:t>VLSI Architecture Design</a:t>
            </a:r>
            <a:r>
              <a:rPr lang="en-GB" sz="2500">
                <a:solidFill>
                  <a:srgbClr val="000000"/>
                </a:solidFill>
                <a:latin typeface="Georgia"/>
                <a:ea typeface="Georgia"/>
                <a:cs typeface="Georgia"/>
                <a:sym typeface="Georgia"/>
              </a:rPr>
              <a:t>	</a:t>
            </a:r>
            <a:endParaRPr sz="2500">
              <a:solidFill>
                <a:srgbClr val="000000"/>
              </a:solidFill>
              <a:latin typeface="Georgia"/>
              <a:ea typeface="Georgia"/>
              <a:cs typeface="Georgia"/>
              <a:sym typeface="Georgia"/>
            </a:endParaRPr>
          </a:p>
          <a:p>
            <a:pPr indent="0" lvl="0" marL="0" rtl="0" algn="ctr">
              <a:lnSpc>
                <a:spcPct val="115000"/>
              </a:lnSpc>
              <a:spcBef>
                <a:spcPts val="1200"/>
              </a:spcBef>
              <a:spcAft>
                <a:spcPts val="1200"/>
              </a:spcAft>
              <a:buNone/>
            </a:pPr>
            <a:r>
              <a:rPr lang="en-GB" sz="2500">
                <a:solidFill>
                  <a:srgbClr val="666666"/>
                </a:solidFill>
                <a:latin typeface="Georgia"/>
                <a:ea typeface="Georgia"/>
                <a:cs typeface="Georgia"/>
                <a:sym typeface="Georgia"/>
              </a:rPr>
              <a:t>SneakySnake: a fast and accurate universal genome pre-alignment filter</a:t>
            </a:r>
            <a:endParaRPr b="1" sz="2500">
              <a:solidFill>
                <a:srgbClr val="212529"/>
              </a:solidFill>
            </a:endParaRPr>
          </a:p>
        </p:txBody>
      </p:sp>
      <p:sp>
        <p:nvSpPr>
          <p:cNvPr id="323" name="Google Shape;323;p25"/>
          <p:cNvSpPr txBox="1"/>
          <p:nvPr/>
        </p:nvSpPr>
        <p:spPr>
          <a:xfrm>
            <a:off x="5912675" y="403130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solidFill>
                  <a:srgbClr val="434343"/>
                </a:solidFill>
                <a:latin typeface="Nunito"/>
                <a:ea typeface="Nunito"/>
                <a:cs typeface="Nunito"/>
                <a:sym typeface="Nunito"/>
              </a:rPr>
              <a:t>Team Members:</a:t>
            </a:r>
            <a:endParaRPr b="1">
              <a:solidFill>
                <a:srgbClr val="434343"/>
              </a:solidFill>
              <a:latin typeface="Nunito"/>
              <a:ea typeface="Nunito"/>
              <a:cs typeface="Nunito"/>
              <a:sym typeface="Nunito"/>
            </a:endParaRPr>
          </a:p>
          <a:p>
            <a:pPr indent="0" lvl="0" marL="0" rtl="0" algn="l">
              <a:spcBef>
                <a:spcPts val="0"/>
              </a:spcBef>
              <a:spcAft>
                <a:spcPts val="0"/>
              </a:spcAft>
              <a:buNone/>
            </a:pPr>
            <a:r>
              <a:rPr lang="en-GB">
                <a:solidFill>
                  <a:srgbClr val="434343"/>
                </a:solidFill>
                <a:latin typeface="Nunito"/>
                <a:ea typeface="Nunito"/>
                <a:cs typeface="Nunito"/>
                <a:sym typeface="Nunito"/>
              </a:rPr>
              <a:t>Ananya Vundavalli (IMT2023537)</a:t>
            </a:r>
            <a:endParaRPr>
              <a:solidFill>
                <a:srgbClr val="434343"/>
              </a:solidFill>
              <a:latin typeface="Nunito"/>
              <a:ea typeface="Nunito"/>
              <a:cs typeface="Nunito"/>
              <a:sym typeface="Nunito"/>
            </a:endParaRPr>
          </a:p>
          <a:p>
            <a:pPr indent="0" lvl="0" marL="0" rtl="0" algn="l">
              <a:spcBef>
                <a:spcPts val="0"/>
              </a:spcBef>
              <a:spcAft>
                <a:spcPts val="0"/>
              </a:spcAft>
              <a:buNone/>
            </a:pPr>
            <a:r>
              <a:rPr lang="en-GB">
                <a:solidFill>
                  <a:srgbClr val="434343"/>
                </a:solidFill>
                <a:latin typeface="Nunito"/>
                <a:ea typeface="Nunito"/>
                <a:cs typeface="Nunito"/>
                <a:sym typeface="Nunito"/>
              </a:rPr>
              <a:t>Talla Likitha Reddy (IMT2023550)</a:t>
            </a:r>
            <a:endParaRPr>
              <a:solidFill>
                <a:srgbClr val="434343"/>
              </a:solidFill>
              <a:latin typeface="Nunito"/>
              <a:ea typeface="Nunito"/>
              <a:cs typeface="Nunito"/>
              <a:sym typeface="Nunito"/>
            </a:endParaRPr>
          </a:p>
          <a:p>
            <a:pPr indent="0" lvl="0" marL="0" rtl="0" algn="l">
              <a:spcBef>
                <a:spcPts val="0"/>
              </a:spcBef>
              <a:spcAft>
                <a:spcPts val="0"/>
              </a:spcAft>
              <a:buNone/>
            </a:pPr>
            <a:r>
              <a:rPr lang="en-GB">
                <a:solidFill>
                  <a:srgbClr val="434343"/>
                </a:solidFill>
                <a:latin typeface="Nunito"/>
                <a:ea typeface="Nunito"/>
                <a:cs typeface="Nunito"/>
                <a:sym typeface="Nunito"/>
              </a:rPr>
              <a:t>Arismita Mukherjee (IMT2023585)</a:t>
            </a:r>
            <a:endParaRPr>
              <a:solidFill>
                <a:srgbClr val="434343"/>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3100">
                <a:solidFill>
                  <a:srgbClr val="212529"/>
                </a:solidFill>
                <a:latin typeface="Georgia"/>
                <a:ea typeface="Georgia"/>
                <a:cs typeface="Georgia"/>
                <a:sym typeface="Georgia"/>
              </a:rPr>
              <a:t>Recap</a:t>
            </a:r>
            <a:endParaRPr sz="3100">
              <a:solidFill>
                <a:srgbClr val="212529"/>
              </a:solidFill>
              <a:latin typeface="Georgia"/>
              <a:ea typeface="Georgia"/>
              <a:cs typeface="Georgia"/>
              <a:sym typeface="Georgia"/>
            </a:endParaRPr>
          </a:p>
        </p:txBody>
      </p:sp>
      <p:pic>
        <p:nvPicPr>
          <p:cNvPr id="329" name="Google Shape;329;p26"/>
          <p:cNvPicPr preferRelativeResize="0"/>
          <p:nvPr/>
        </p:nvPicPr>
        <p:blipFill>
          <a:blip r:embed="rId3">
            <a:alphaModFix/>
          </a:blip>
          <a:stretch>
            <a:fillRect/>
          </a:stretch>
        </p:blipFill>
        <p:spPr>
          <a:xfrm>
            <a:off x="0" y="1785425"/>
            <a:ext cx="9143998" cy="19482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7"/>
          <p:cNvSpPr txBox="1"/>
          <p:nvPr>
            <p:ph idx="4294967295" type="title"/>
          </p:nvPr>
        </p:nvSpPr>
        <p:spPr>
          <a:xfrm>
            <a:off x="1205025" y="957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3100">
                <a:solidFill>
                  <a:srgbClr val="212529"/>
                </a:solidFill>
                <a:latin typeface="Georgia"/>
                <a:ea typeface="Georgia"/>
                <a:cs typeface="Georgia"/>
                <a:sym typeface="Georgia"/>
              </a:rPr>
              <a:t>FPGA implementation (Modules)</a:t>
            </a:r>
            <a:endParaRPr sz="3100">
              <a:solidFill>
                <a:srgbClr val="212529"/>
              </a:solidFill>
              <a:latin typeface="Georgia"/>
              <a:ea typeface="Georgia"/>
              <a:cs typeface="Georgia"/>
              <a:sym typeface="Georgia"/>
            </a:endParaRPr>
          </a:p>
          <a:p>
            <a:pPr indent="0" lvl="0" marL="0" rtl="0" algn="l">
              <a:spcBef>
                <a:spcPts val="0"/>
              </a:spcBef>
              <a:spcAft>
                <a:spcPts val="0"/>
              </a:spcAft>
              <a:buNone/>
            </a:pPr>
            <a:r>
              <a:t/>
            </a:r>
            <a:endParaRPr sz="3100">
              <a:solidFill>
                <a:srgbClr val="000000"/>
              </a:solidFill>
              <a:latin typeface="Georgia"/>
              <a:ea typeface="Georgia"/>
              <a:cs typeface="Georgia"/>
              <a:sym typeface="Georgia"/>
            </a:endParaRPr>
          </a:p>
        </p:txBody>
      </p:sp>
      <p:pic>
        <p:nvPicPr>
          <p:cNvPr id="335" name="Google Shape;335;p27"/>
          <p:cNvPicPr preferRelativeResize="0"/>
          <p:nvPr/>
        </p:nvPicPr>
        <p:blipFill>
          <a:blip r:embed="rId3">
            <a:alphaModFix/>
          </a:blip>
          <a:stretch>
            <a:fillRect/>
          </a:stretch>
        </p:blipFill>
        <p:spPr>
          <a:xfrm>
            <a:off x="407775" y="95775"/>
            <a:ext cx="655969" cy="664100"/>
          </a:xfrm>
          <a:prstGeom prst="rect">
            <a:avLst/>
          </a:prstGeom>
          <a:noFill/>
          <a:ln>
            <a:noFill/>
          </a:ln>
        </p:spPr>
      </p:pic>
      <p:sp>
        <p:nvSpPr>
          <p:cNvPr id="336" name="Google Shape;336;p27"/>
          <p:cNvSpPr txBox="1"/>
          <p:nvPr>
            <p:ph idx="4294967295" type="body"/>
          </p:nvPr>
        </p:nvSpPr>
        <p:spPr>
          <a:xfrm>
            <a:off x="940575" y="785400"/>
            <a:ext cx="7976700" cy="4358100"/>
          </a:xfrm>
          <a:prstGeom prst="rect">
            <a:avLst/>
          </a:prstGeom>
        </p:spPr>
        <p:txBody>
          <a:bodyPr anchorCtr="0" anchor="t" bIns="91425" lIns="91425" spcFirstLastPara="1" rIns="91425" wrap="square" tIns="91425">
            <a:noAutofit/>
          </a:bodyPr>
          <a:lstStyle/>
          <a:p>
            <a:pPr indent="-304800" lvl="0" marL="457200" rtl="0" algn="l">
              <a:lnSpc>
                <a:spcPct val="105000"/>
              </a:lnSpc>
              <a:spcBef>
                <a:spcPts val="0"/>
              </a:spcBef>
              <a:spcAft>
                <a:spcPts val="0"/>
              </a:spcAft>
              <a:buClr>
                <a:srgbClr val="666666"/>
              </a:buClr>
              <a:buSzPts val="1200"/>
              <a:buAutoNum type="arabicPeriod"/>
            </a:pPr>
            <a:r>
              <a:rPr b="1" lang="en-GB" sz="1200">
                <a:solidFill>
                  <a:srgbClr val="666666"/>
                </a:solidFill>
              </a:rPr>
              <a:t>Chip maze generator:</a:t>
            </a:r>
            <a:endParaRPr b="1" sz="1200">
              <a:solidFill>
                <a:srgbClr val="666666"/>
              </a:solidFill>
            </a:endParaRPr>
          </a:p>
          <a:p>
            <a:pPr indent="0" lvl="0" marL="457200" rtl="0" algn="l">
              <a:lnSpc>
                <a:spcPct val="105000"/>
              </a:lnSpc>
              <a:spcBef>
                <a:spcPts val="1200"/>
              </a:spcBef>
              <a:spcAft>
                <a:spcPts val="0"/>
              </a:spcAft>
              <a:buSzPts val="853"/>
              <a:buNone/>
            </a:pPr>
            <a:r>
              <a:rPr lang="en-GB" sz="1200">
                <a:solidFill>
                  <a:srgbClr val="666666"/>
                </a:solidFill>
              </a:rPr>
              <a:t>Takes a T-wide block of reference and query sequences and builds a (2E+1) × T grid of bits, where each bit is 0 if the characters match (free path) and 1 if they differ (obstacle), across all 2E+1 possible alignment shifts simultaneously.</a:t>
            </a:r>
            <a:endParaRPr sz="1200">
              <a:solidFill>
                <a:srgbClr val="666666"/>
              </a:solidFill>
            </a:endParaRPr>
          </a:p>
          <a:p>
            <a:pPr indent="0" lvl="0" marL="457200" rtl="0" algn="l">
              <a:lnSpc>
                <a:spcPct val="105000"/>
              </a:lnSpc>
              <a:spcBef>
                <a:spcPts val="1200"/>
              </a:spcBef>
              <a:spcAft>
                <a:spcPts val="0"/>
              </a:spcAft>
              <a:buSzPts val="853"/>
              <a:buNone/>
            </a:pPr>
            <a:r>
              <a:rPr lang="en-GB" sz="1200">
                <a:solidFill>
                  <a:srgbClr val="666666"/>
                </a:solidFill>
              </a:rPr>
              <a:t>Har</a:t>
            </a:r>
            <a:r>
              <a:rPr lang="en-GB" sz="1200">
                <a:solidFill>
                  <a:srgbClr val="666666"/>
                </a:solidFill>
              </a:rPr>
              <a:t>d</a:t>
            </a:r>
            <a:r>
              <a:rPr lang="en-GB" sz="1200">
                <a:solidFill>
                  <a:srgbClr val="666666"/>
                </a:solidFill>
              </a:rPr>
              <a:t>ware equivalent: XNOR LUTs</a:t>
            </a:r>
            <a:endParaRPr sz="1200">
              <a:solidFill>
                <a:srgbClr val="666666"/>
              </a:solidFill>
            </a:endParaRPr>
          </a:p>
          <a:p>
            <a:pPr indent="-304800" lvl="0" marL="457200" rtl="0" algn="l">
              <a:lnSpc>
                <a:spcPct val="105000"/>
              </a:lnSpc>
              <a:spcBef>
                <a:spcPts val="1200"/>
              </a:spcBef>
              <a:spcAft>
                <a:spcPts val="0"/>
              </a:spcAft>
              <a:buClr>
                <a:srgbClr val="666666"/>
              </a:buClr>
              <a:buSzPts val="1200"/>
              <a:buAutoNum type="arabicPeriod"/>
            </a:pPr>
            <a:r>
              <a:rPr b="1" lang="en-GB" sz="1200">
                <a:solidFill>
                  <a:srgbClr val="666666"/>
                </a:solidFill>
              </a:rPr>
              <a:t>Least Zero Count (LZC):</a:t>
            </a:r>
            <a:endParaRPr b="1" sz="1200">
              <a:solidFill>
                <a:srgbClr val="666666"/>
              </a:solidFill>
            </a:endParaRPr>
          </a:p>
          <a:p>
            <a:pPr indent="0" lvl="0" marL="457200" rtl="0" algn="l">
              <a:lnSpc>
                <a:spcPct val="105000"/>
              </a:lnSpc>
              <a:spcBef>
                <a:spcPts val="1200"/>
              </a:spcBef>
              <a:spcAft>
                <a:spcPts val="0"/>
              </a:spcAft>
              <a:buSzPts val="853"/>
              <a:buNone/>
            </a:pPr>
            <a:r>
              <a:rPr lang="en-GB" sz="1200">
                <a:solidFill>
                  <a:srgbClr val="666666"/>
                </a:solidFill>
              </a:rPr>
              <a:t>For a single row bitvector, counts how many consecutive zeros appear from the left before hitting the first number is the "escape segment length," i.e., how far the snake can move forward in that row before hitting an obstacle.</a:t>
            </a:r>
            <a:endParaRPr sz="1200">
              <a:solidFill>
                <a:srgbClr val="666666"/>
              </a:solidFill>
            </a:endParaRPr>
          </a:p>
          <a:p>
            <a:pPr indent="0" lvl="0" marL="457200" rtl="0" algn="l">
              <a:lnSpc>
                <a:spcPct val="105000"/>
              </a:lnSpc>
              <a:spcBef>
                <a:spcPts val="1200"/>
              </a:spcBef>
              <a:spcAft>
                <a:spcPts val="0"/>
              </a:spcAft>
              <a:buNone/>
            </a:pPr>
            <a:r>
              <a:rPr lang="en-GB" sz="1200">
                <a:solidFill>
                  <a:srgbClr val="666666"/>
                </a:solidFill>
              </a:rPr>
              <a:t>Hardware equivalent: Priority encoder</a:t>
            </a:r>
            <a:endParaRPr sz="1200">
              <a:solidFill>
                <a:srgbClr val="666666"/>
              </a:solidFill>
            </a:endParaRPr>
          </a:p>
          <a:p>
            <a:pPr indent="-304800" lvl="0" marL="457200" rtl="0" algn="l">
              <a:lnSpc>
                <a:spcPct val="105000"/>
              </a:lnSpc>
              <a:spcBef>
                <a:spcPts val="1200"/>
              </a:spcBef>
              <a:spcAft>
                <a:spcPts val="0"/>
              </a:spcAft>
              <a:buClr>
                <a:srgbClr val="666666"/>
              </a:buClr>
              <a:buSzPts val="1200"/>
              <a:buAutoNum type="arabicPeriod"/>
            </a:pPr>
            <a:r>
              <a:rPr b="1" lang="en-GB" sz="1200">
                <a:solidFill>
                  <a:srgbClr val="666666"/>
                </a:solidFill>
              </a:rPr>
              <a:t>LZC Comparator tree:</a:t>
            </a:r>
            <a:endParaRPr b="1" sz="1200">
              <a:solidFill>
                <a:srgbClr val="666666"/>
              </a:solidFill>
            </a:endParaRPr>
          </a:p>
          <a:p>
            <a:pPr indent="0" lvl="0" marL="457200" rtl="0" algn="l">
              <a:lnSpc>
                <a:spcPct val="105000"/>
              </a:lnSpc>
              <a:spcBef>
                <a:spcPts val="1200"/>
              </a:spcBef>
              <a:spcAft>
                <a:spcPts val="0"/>
              </a:spcAft>
              <a:buSzPts val="853"/>
              <a:buNone/>
            </a:pPr>
            <a:r>
              <a:rPr lang="en-GB" sz="1200">
                <a:solidFill>
                  <a:srgbClr val="666666"/>
                </a:solidFill>
              </a:rPr>
              <a:t>Takes all 2E+1 LZC values in parallel and uses a hierarchical binary tree of comparators (log₂(2E+1) levels deep) to find the single largest escape length, the best row the snake should follow in a single pass.</a:t>
            </a:r>
            <a:endParaRPr sz="1200">
              <a:solidFill>
                <a:srgbClr val="666666"/>
              </a:solidFill>
            </a:endParaRPr>
          </a:p>
          <a:p>
            <a:pPr indent="0" lvl="0" marL="457200" rtl="0" algn="l">
              <a:lnSpc>
                <a:spcPct val="105000"/>
              </a:lnSpc>
              <a:spcBef>
                <a:spcPts val="1200"/>
              </a:spcBef>
              <a:spcAft>
                <a:spcPts val="1200"/>
              </a:spcAft>
              <a:buClr>
                <a:srgbClr val="000000"/>
              </a:buClr>
              <a:buSzPts val="853"/>
              <a:buFont typeface="Arial"/>
              <a:buNone/>
            </a:pPr>
            <a:r>
              <a:rPr lang="en-GB" sz="1200">
                <a:solidFill>
                  <a:srgbClr val="666666"/>
                </a:solidFill>
              </a:rPr>
              <a:t>Hardware equivalent: Binary Max Tree (Mux + Comparator LUTs)</a:t>
            </a:r>
            <a:endParaRPr sz="1200">
              <a:solidFill>
                <a:srgbClr val="6666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8"/>
          <p:cNvSpPr txBox="1"/>
          <p:nvPr>
            <p:ph idx="4294967295" type="body"/>
          </p:nvPr>
        </p:nvSpPr>
        <p:spPr>
          <a:xfrm>
            <a:off x="653225" y="316075"/>
            <a:ext cx="7976700" cy="4712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rgbClr val="000000"/>
              </a:buClr>
              <a:buSzPts val="853"/>
              <a:buFont typeface="Arial"/>
              <a:buNone/>
            </a:pPr>
            <a:r>
              <a:rPr b="1" lang="en-GB" sz="1200">
                <a:solidFill>
                  <a:srgbClr val="666666"/>
                </a:solidFill>
              </a:rPr>
              <a:t>4.      Barrel Shifter:</a:t>
            </a:r>
            <a:endParaRPr b="1" sz="1200">
              <a:solidFill>
                <a:srgbClr val="666666"/>
              </a:solidFill>
            </a:endParaRPr>
          </a:p>
          <a:p>
            <a:pPr indent="0" lvl="0" marL="457200" rtl="0" algn="l">
              <a:lnSpc>
                <a:spcPct val="95000"/>
              </a:lnSpc>
              <a:spcBef>
                <a:spcPts val="1200"/>
              </a:spcBef>
              <a:spcAft>
                <a:spcPts val="0"/>
              </a:spcAft>
              <a:buSzPts val="853"/>
              <a:buNone/>
            </a:pPr>
            <a:r>
              <a:rPr lang="en-GB" sz="1200">
                <a:solidFill>
                  <a:srgbClr val="666666"/>
                </a:solidFill>
              </a:rPr>
              <a:t>After the best escape length x is found, shifts all 2E+1 row bitvectors right by x+1 bits simultaneously, discarding the matched segment and the one obstacle at its end, so the next pipeline stage starts fresh from the new checkpoint.</a:t>
            </a:r>
            <a:endParaRPr sz="1200">
              <a:solidFill>
                <a:srgbClr val="666666"/>
              </a:solidFill>
            </a:endParaRPr>
          </a:p>
          <a:p>
            <a:pPr indent="0" lvl="0" marL="457200" rtl="0" algn="l">
              <a:lnSpc>
                <a:spcPct val="105000"/>
              </a:lnSpc>
              <a:spcBef>
                <a:spcPts val="1200"/>
              </a:spcBef>
              <a:spcAft>
                <a:spcPts val="0"/>
              </a:spcAft>
              <a:buClr>
                <a:srgbClr val="000000"/>
              </a:buClr>
              <a:buSzPts val="853"/>
              <a:buFont typeface="Arial"/>
              <a:buNone/>
            </a:pPr>
            <a:r>
              <a:rPr lang="en-GB" sz="1200">
                <a:solidFill>
                  <a:srgbClr val="666666"/>
                </a:solidFill>
              </a:rPr>
              <a:t>Hardware equivalent: Shift LUTs</a:t>
            </a:r>
            <a:endParaRPr sz="1200">
              <a:solidFill>
                <a:srgbClr val="666666"/>
              </a:solidFill>
            </a:endParaRPr>
          </a:p>
          <a:p>
            <a:pPr indent="0" lvl="0" marL="0" rtl="0" algn="l">
              <a:lnSpc>
                <a:spcPct val="105000"/>
              </a:lnSpc>
              <a:spcBef>
                <a:spcPts val="1200"/>
              </a:spcBef>
              <a:spcAft>
                <a:spcPts val="0"/>
              </a:spcAft>
              <a:buSzPts val="770"/>
              <a:buNone/>
            </a:pPr>
            <a:r>
              <a:rPr b="1" lang="en-GB" sz="1250">
                <a:solidFill>
                  <a:srgbClr val="666666"/>
                </a:solidFill>
              </a:rPr>
              <a:t>5.      Snake Stage:</a:t>
            </a:r>
            <a:endParaRPr b="1" sz="1250">
              <a:solidFill>
                <a:srgbClr val="666666"/>
              </a:solidFill>
            </a:endParaRPr>
          </a:p>
          <a:p>
            <a:pPr indent="0" lvl="0" marL="457200" rtl="0" algn="l">
              <a:lnSpc>
                <a:spcPct val="105000"/>
              </a:lnSpc>
              <a:spcBef>
                <a:spcPts val="1200"/>
              </a:spcBef>
              <a:spcAft>
                <a:spcPts val="0"/>
              </a:spcAft>
              <a:buSzPts val="770"/>
              <a:buNone/>
            </a:pPr>
            <a:r>
              <a:rPr lang="en-GB" sz="1250">
                <a:solidFill>
                  <a:srgbClr val="666666"/>
                </a:solidFill>
              </a:rPr>
              <a:t>Wraps the chip maze generator, LZC array, comparator tree, and barrel shifter together into one complete routing step, it receives the current maze state, finds the best escape segment, crosses one obstacle, and outputs the shifted maze ready for the next stage.</a:t>
            </a:r>
            <a:endParaRPr sz="1250">
              <a:solidFill>
                <a:srgbClr val="666666"/>
              </a:solidFill>
            </a:endParaRPr>
          </a:p>
          <a:p>
            <a:pPr indent="0" lvl="0" marL="0" rtl="0" algn="l">
              <a:lnSpc>
                <a:spcPct val="105000"/>
              </a:lnSpc>
              <a:spcBef>
                <a:spcPts val="1200"/>
              </a:spcBef>
              <a:spcAft>
                <a:spcPts val="0"/>
              </a:spcAft>
              <a:buSzPts val="770"/>
              <a:buNone/>
            </a:pPr>
            <a:r>
              <a:rPr b="1" lang="en-GB" sz="1250">
                <a:solidFill>
                  <a:srgbClr val="666666"/>
                </a:solidFill>
              </a:rPr>
              <a:t>6.	Snake Pipeline:</a:t>
            </a:r>
            <a:endParaRPr b="1" sz="1250">
              <a:solidFill>
                <a:srgbClr val="666666"/>
              </a:solidFill>
            </a:endParaRPr>
          </a:p>
          <a:p>
            <a:pPr indent="0" lvl="0" marL="457200" rtl="0" algn="l">
              <a:lnSpc>
                <a:spcPct val="105000"/>
              </a:lnSpc>
              <a:spcBef>
                <a:spcPts val="1200"/>
              </a:spcBef>
              <a:spcAft>
                <a:spcPts val="0"/>
              </a:spcAft>
              <a:buSzPts val="770"/>
              <a:buNone/>
            </a:pPr>
            <a:r>
              <a:rPr lang="en-GB" sz="1250">
                <a:solidFill>
                  <a:srgbClr val="666666"/>
                </a:solidFill>
              </a:rPr>
              <a:t>Chains Y identical snake stages in sequence, passing the shifted maze from each stage to the next, accumulating the total obstacle count across all Y stages to produce the obstacle count for one T-wide subproblem block.</a:t>
            </a:r>
            <a:endParaRPr sz="1250">
              <a:solidFill>
                <a:srgbClr val="666666"/>
              </a:solidFill>
            </a:endParaRPr>
          </a:p>
          <a:p>
            <a:pPr indent="0" lvl="0" marL="0" rtl="0" algn="l">
              <a:lnSpc>
                <a:spcPct val="105000"/>
              </a:lnSpc>
              <a:spcBef>
                <a:spcPts val="1200"/>
              </a:spcBef>
              <a:spcAft>
                <a:spcPts val="0"/>
              </a:spcAft>
              <a:buNone/>
            </a:pPr>
            <a:r>
              <a:rPr b="1" lang="en-GB" sz="1250">
                <a:solidFill>
                  <a:srgbClr val="666666"/>
                </a:solidFill>
              </a:rPr>
              <a:t>7.	Snake on Chip Top:</a:t>
            </a:r>
            <a:endParaRPr b="1" sz="1250">
              <a:solidFill>
                <a:srgbClr val="666666"/>
              </a:solidFill>
            </a:endParaRPr>
          </a:p>
          <a:p>
            <a:pPr indent="0" lvl="0" marL="457200" rtl="0" algn="l">
              <a:lnSpc>
                <a:spcPct val="105000"/>
              </a:lnSpc>
              <a:spcBef>
                <a:spcPts val="1200"/>
              </a:spcBef>
              <a:spcAft>
                <a:spcPts val="0"/>
              </a:spcAft>
              <a:buNone/>
            </a:pPr>
            <a:r>
              <a:rPr lang="en-GB" sz="1250">
                <a:solidFill>
                  <a:srgbClr val="666666"/>
                </a:solidFill>
              </a:rPr>
              <a:t>The top-level FSM that loads reference and query sequences block by block, feeds each T-wide block through the snake pipeline, sums obstacle counts across all M/T blocks, and finally asserts accept_o if the total obstacles ≤ E or reject otherwise.</a:t>
            </a:r>
            <a:endParaRPr sz="1400">
              <a:solidFill>
                <a:srgbClr val="000000"/>
              </a:solidFill>
              <a:latin typeface="Arial"/>
              <a:ea typeface="Arial"/>
              <a:cs typeface="Arial"/>
              <a:sym typeface="Arial"/>
            </a:endParaRPr>
          </a:p>
          <a:p>
            <a:pPr indent="0" lvl="0" marL="0" rtl="0" algn="l">
              <a:lnSpc>
                <a:spcPct val="105000"/>
              </a:lnSpc>
              <a:spcBef>
                <a:spcPts val="1200"/>
              </a:spcBef>
              <a:spcAft>
                <a:spcPts val="1200"/>
              </a:spcAft>
              <a:buSzPts val="770"/>
              <a:buNone/>
            </a:pPr>
            <a:r>
              <a:t/>
            </a:r>
            <a:endParaRPr sz="1250">
              <a:solidFill>
                <a:srgbClr val="66666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3100">
                <a:solidFill>
                  <a:srgbClr val="212529"/>
                </a:solidFill>
                <a:latin typeface="Georgia"/>
                <a:ea typeface="Georgia"/>
                <a:cs typeface="Georgia"/>
                <a:sym typeface="Georgia"/>
              </a:rPr>
              <a:t>Pipeline</a:t>
            </a:r>
            <a:endParaRPr sz="3100">
              <a:solidFill>
                <a:srgbClr val="212529"/>
              </a:solidFill>
              <a:latin typeface="Georgia"/>
              <a:ea typeface="Georgia"/>
              <a:cs typeface="Georgia"/>
              <a:sym typeface="Georgia"/>
            </a:endParaRPr>
          </a:p>
        </p:txBody>
      </p:sp>
      <p:pic>
        <p:nvPicPr>
          <p:cNvPr id="347" name="Google Shape;347;p29"/>
          <p:cNvPicPr preferRelativeResize="0"/>
          <p:nvPr/>
        </p:nvPicPr>
        <p:blipFill>
          <a:blip r:embed="rId3">
            <a:alphaModFix/>
          </a:blip>
          <a:stretch>
            <a:fillRect/>
          </a:stretch>
        </p:blipFill>
        <p:spPr>
          <a:xfrm>
            <a:off x="723300" y="1367300"/>
            <a:ext cx="7931601" cy="3497725"/>
          </a:xfrm>
          <a:prstGeom prst="rect">
            <a:avLst/>
          </a:prstGeom>
          <a:noFill/>
          <a:ln>
            <a:noFill/>
          </a:ln>
        </p:spPr>
      </p:pic>
      <p:sp>
        <p:nvSpPr>
          <p:cNvPr id="348" name="Google Shape;348;p29"/>
          <p:cNvSpPr txBox="1"/>
          <p:nvPr/>
        </p:nvSpPr>
        <p:spPr>
          <a:xfrm>
            <a:off x="5236800" y="1890675"/>
            <a:ext cx="306600" cy="3447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rgbClr val="434343"/>
                </a:solidFill>
                <a:latin typeface="Nunito"/>
                <a:ea typeface="Nunito"/>
                <a:cs typeface="Nunito"/>
                <a:sym typeface="Nunito"/>
              </a:rPr>
              <a:t>7</a:t>
            </a:r>
            <a:endParaRPr b="1" sz="1300">
              <a:solidFill>
                <a:srgbClr val="434343"/>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3100">
                <a:solidFill>
                  <a:srgbClr val="212529"/>
                </a:solidFill>
                <a:latin typeface="Georgia"/>
                <a:ea typeface="Georgia"/>
                <a:cs typeface="Georgia"/>
                <a:sym typeface="Georgia"/>
              </a:rPr>
              <a:t>Resource Utilization</a:t>
            </a:r>
            <a:endParaRPr sz="3100">
              <a:solidFill>
                <a:srgbClr val="212529"/>
              </a:solidFill>
              <a:latin typeface="Georgia"/>
              <a:ea typeface="Georgia"/>
              <a:cs typeface="Georgia"/>
              <a:sym typeface="Georgia"/>
            </a:endParaRPr>
          </a:p>
        </p:txBody>
      </p:sp>
      <p:pic>
        <p:nvPicPr>
          <p:cNvPr id="354" name="Google Shape;354;p30"/>
          <p:cNvPicPr preferRelativeResize="0"/>
          <p:nvPr/>
        </p:nvPicPr>
        <p:blipFill>
          <a:blip r:embed="rId3">
            <a:alphaModFix/>
          </a:blip>
          <a:stretch>
            <a:fillRect/>
          </a:stretch>
        </p:blipFill>
        <p:spPr>
          <a:xfrm>
            <a:off x="152400" y="1750275"/>
            <a:ext cx="8839201" cy="189506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3100">
                <a:solidFill>
                  <a:srgbClr val="212529"/>
                </a:solidFill>
                <a:latin typeface="Georgia"/>
                <a:ea typeface="Georgia"/>
                <a:cs typeface="Georgia"/>
                <a:sym typeface="Georgia"/>
              </a:rPr>
              <a:t>Timing Report</a:t>
            </a:r>
            <a:endParaRPr sz="3100">
              <a:solidFill>
                <a:srgbClr val="212529"/>
              </a:solidFill>
              <a:latin typeface="Georgia"/>
              <a:ea typeface="Georgia"/>
              <a:cs typeface="Georgia"/>
              <a:sym typeface="Georgia"/>
            </a:endParaRPr>
          </a:p>
        </p:txBody>
      </p:sp>
      <p:pic>
        <p:nvPicPr>
          <p:cNvPr id="360" name="Google Shape;360;p31"/>
          <p:cNvPicPr preferRelativeResize="0"/>
          <p:nvPr/>
        </p:nvPicPr>
        <p:blipFill>
          <a:blip r:embed="rId3">
            <a:alphaModFix/>
          </a:blip>
          <a:stretch>
            <a:fillRect/>
          </a:stretch>
        </p:blipFill>
        <p:spPr>
          <a:xfrm>
            <a:off x="67050" y="1732450"/>
            <a:ext cx="9009901" cy="2138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